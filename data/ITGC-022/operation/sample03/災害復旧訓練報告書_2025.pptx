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2025年度 災害復旧訓練報告書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株式会社テクノソリューションズ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訓練概要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実施日: 2025年11月22日</a:t>
            </a:r>
          </a:p>
          <a:p>
            <a:pPr/>
            <a:r>
              <a:t>実施場所: 本社および遠隔データセンター</a:t>
            </a:r>
          </a:p>
          <a:p>
            <a:pPr/>
            <a:r>
              <a:t>参加者: IT部門全員（20名）</a:t>
            </a:r>
          </a:p>
          <a:p>
            <a:pPr/>
            <a:r>
              <a:t>想定シナリオ: 本社データセンターの火災による全面停止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訓練目的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災害復旧計画（DRP）の有効性確認</a:t>
            </a:r>
          </a:p>
          <a:p>
            <a:pPr/>
            <a:r>
              <a:t>復旧手順の習熟度向上</a:t>
            </a:r>
          </a:p>
          <a:p>
            <a:pPr/>
            <a:r>
              <a:t>復旧目標時間（RTO）の達成確認</a:t>
            </a:r>
          </a:p>
          <a:p>
            <a:pPr/>
            <a:r>
              <a:t>関係者間の連携確認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訓練内容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1. 災害発生の通知（9:00）</a:t>
            </a:r>
          </a:p>
          <a:p>
            <a:pPr/>
            <a:r>
              <a:t>2. 緊急対策本部の設置（9:15）</a:t>
            </a:r>
          </a:p>
          <a:p>
            <a:pPr/>
            <a:r>
              <a:t>3. 遠隔データセンターへの切り替え（9:30）</a:t>
            </a:r>
          </a:p>
          <a:p>
            <a:pPr/>
            <a:r>
              <a:t>4. システム復旧作業（9:30-12:00）</a:t>
            </a:r>
          </a:p>
          <a:p>
            <a:pPr/>
            <a:r>
              <a:t>5. 業務システムの動作確認（12:00-13:00）</a:t>
            </a:r>
          </a:p>
          <a:p>
            <a:pPr/>
            <a:r>
              <a:t>6. 訓練終了・振り返り（13:00-14:00）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訓練結果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復旧完了時間: 4.5時間（目標: 4時間）</a:t>
            </a:r>
          </a:p>
          <a:p>
            <a:pPr/>
            <a:r>
              <a:t>システム復旧率: 100%</a:t>
            </a:r>
          </a:p>
          <a:p>
            <a:pPr/>
            <a:r>
              <a:t>データ損失: なし</a:t>
            </a:r>
          </a:p>
          <a:p>
            <a:pPr/>
            <a:r>
              <a:t>業務継続性: 確認済み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良好点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復旧手順書が明確で作業がスムーズ</a:t>
            </a:r>
          </a:p>
          <a:p>
            <a:pPr/>
            <a:r>
              <a:t>チーム間の連携が良好</a:t>
            </a:r>
          </a:p>
          <a:p>
            <a:pPr/>
            <a:r>
              <a:t>RTO目標を達成</a:t>
            </a:r>
          </a:p>
          <a:p>
            <a:pPr/>
            <a:r>
              <a:t>遠隔データセンターの設備が正常稼働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改善事項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課題3: 一部手順書の更新が必要</a:t>
            </a:r>
          </a:p>
          <a:p>
            <a:pPr/>
            <a:r>
              <a:t>課題4: 連絡体制の一部見直し</a:t>
            </a:r>
          </a:p>
          <a:p>
            <a:pPr/>
            <a:r>
              <a:t>課題5: 復旧作業の自動化を検討</a:t>
            </a:r>
          </a:p>
          <a:p>
            <a:pPr/>
            <a:r>
              <a:t>対応期限: 次回訓練まで（1年以内）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まとめ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災害復旧計画は有効に機能することを確認</a:t>
            </a:r>
          </a:p>
          <a:p>
            <a:pPr/>
            <a:r>
              <a:t>改善事項を反映し、計画書を更新</a:t>
            </a:r>
          </a:p>
          <a:p>
            <a:pPr/>
            <a:r>
              <a:t>次回訓練は1年後に実施予定</a:t>
            </a:r>
          </a:p>
          <a:p>
            <a:pPr/>
            <a:r>
              <a:t>継続的な訓練により復旧能力を維持・向上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