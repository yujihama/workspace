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バックアップ復旧テスト報告書 - 2025Q2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株式会社テクノソリューションズ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テスト概要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実施日: 2025年7月15日</a:t>
            </a:r>
          </a:p>
          <a:p>
            <a:pPr/>
            <a:r>
              <a:t>対象期間: 2025Q2</a:t>
            </a:r>
          </a:p>
          <a:p>
            <a:pPr/>
            <a:r>
              <a:t>実施者: IT部門 インフラチーム</a:t>
            </a:r>
          </a:p>
          <a:p>
            <a:pPr/>
            <a:r>
              <a:t>目的: バックアップからの復旧手順の有効性確認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テスト対象システム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販売管理システム（prod-app01）</a:t>
            </a:r>
          </a:p>
          <a:p>
            <a:pPr/>
            <a:r>
              <a:t>在庫管理システム（prod-app02）</a:t>
            </a:r>
          </a:p>
          <a:p>
            <a:pPr/>
            <a:r>
              <a:t>会計システム（prod-db01）</a:t>
            </a:r>
          </a:p>
          <a:p>
            <a:pPr/>
            <a:r>
              <a:t>人事システム（prod-db02）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テスト手順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1. テスト環境の準備</a:t>
            </a:r>
          </a:p>
          <a:p>
            <a:pPr/>
            <a:r>
              <a:t>2. 最新バックアップの選択</a:t>
            </a:r>
          </a:p>
          <a:p>
            <a:pPr/>
            <a:r>
              <a:t>3. バックアップからの復元実施</a:t>
            </a:r>
          </a:p>
          <a:p>
            <a:pPr/>
            <a:r>
              <a:t>4. データ整合性の確認</a:t>
            </a:r>
          </a:p>
          <a:p>
            <a:pPr/>
            <a:r>
              <a:t>5. アプリケーション動作確認</a:t>
            </a:r>
          </a:p>
          <a:p>
            <a:pPr/>
            <a:r>
              <a:t>6. 復旧所要時間の測定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テスト結果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復旧成功率: 100%（4/4システム）</a:t>
            </a:r>
          </a:p>
          <a:p>
            <a:pPr/>
            <a:r>
              <a:t>平均復旧時間: 50分</a:t>
            </a:r>
          </a:p>
          <a:p>
            <a:pPr/>
            <a:r>
              <a:t>データ整合性: 問題なし</a:t>
            </a:r>
          </a:p>
          <a:p>
            <a:pPr/>
            <a:r>
              <a:t>アプリケーション動作: 正常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発見事項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特記事項なし</a:t>
            </a:r>
          </a:p>
          <a:p>
            <a:pPr/>
            <a:r>
              <a:t>全てのシステムで正常に復旧を確認</a:t>
            </a:r>
          </a:p>
          <a:p>
            <a:pPr/>
            <a:r>
              <a:t>復旧手順書の有効性を確認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改善事項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復旧手順書の一部表現を明確化</a:t>
            </a:r>
          </a:p>
          <a:p>
            <a:pPr/>
            <a:r>
              <a:t>復旧時間の短縮化を検討</a:t>
            </a:r>
          </a:p>
          <a:p>
            <a:pPr/>
            <a:r>
              <a:t>次回テストは3ヶ月後に実施予定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